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685800"/>
            <a:ext cx="7349400" cy="19278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670300"/>
            <a:ext cx="7349400" cy="11043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117800"/>
            <a:ext cx="8226900" cy="3569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2886300"/>
            <a:ext cx="5826600" cy="5751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461400"/>
            <a:ext cx="5826600" cy="6507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125900"/>
            <a:ext cx="3882600" cy="35613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125900"/>
            <a:ext cx="3882600" cy="35613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071900"/>
            <a:ext cx="4006800" cy="2862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066297"/>
            <a:ext cx="4006800" cy="2862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166400"/>
            <a:ext cx="3924808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685800"/>
            <a:ext cx="783000" cy="37719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685800"/>
            <a:ext cx="6876900" cy="37719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580500"/>
            <a:ext cx="8229600" cy="41121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117800"/>
            <a:ext cx="8226900" cy="3569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9400"/>
          </a:xfrm>
          <a:prstGeom prst="rect">
            <a:avLst/>
          </a:prstGeom>
          <a:solidFill>
            <a:srgbClr val="50C2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143000" y="2222500"/>
            <a:ext cx="6858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200" b="1">
                <a:solidFill>
                  <a:srgbClr val="FFFFFF"/>
                </a:solidFill>
                <a:latin typeface="Aptos Display" charset="0"/>
                <a:cs typeface="Aptos Display" charset="0"/>
              </a:rPr>
              <a:t>StockSpace Platform</a:t>
            </a:r>
            <a:endParaRPr lang="en-US" sz="4200" b="1">
              <a:solidFill>
                <a:srgbClr val="FFFFF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193800" y="3556000"/>
            <a:ext cx="6756400" cy="1106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200">
                <a:solidFill>
                  <a:srgbClr val="F2F2F2"/>
                </a:solidFill>
                <a:latin typeface="Aptos" charset="0"/>
                <a:cs typeface="Aptos" charset="0"/>
              </a:rPr>
              <a:t>Warehouse leasing and warehouse management platform</a:t>
            </a:r>
            <a:endParaRPr lang="en-US" sz="2200">
              <a:solidFill>
                <a:srgbClr val="F2F2F2"/>
              </a:solidFill>
              <a:latin typeface="Aptos" charset="0"/>
              <a:cs typeface="Aptos" charset="0"/>
            </a:endParaRPr>
          </a:p>
          <a:p>
            <a:r>
              <a:rPr lang="en-US" sz="2200">
                <a:solidFill>
                  <a:srgbClr val="F2F2F2"/>
                </a:solidFill>
                <a:latin typeface="Aptos" charset="0"/>
                <a:cs typeface="Aptos" charset="0"/>
              </a:rPr>
              <a:t>Project presentation and live demonstration</a:t>
            </a:r>
            <a:endParaRPr lang="en-US" sz="2200">
              <a:solidFill>
                <a:srgbClr val="F2F2F2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Problem and Objective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2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Connect warehouse owners, tenants, staff, inspectors, and administrators on one platform.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Digitize warehouse discovery, leasing, contracts, inventory operations, payments, and inspections.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Provide role-based access and traceable transactions for every core workflow.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Actors and Registered Use Cases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3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pic>
        <p:nvPicPr>
          <p:cNvPr id="6" name="Updated Use Case Diagram" descr="usecase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00" y="1498600"/>
            <a:ext cx="3302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Core Business Flow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4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364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Search warehouse → submit booking and deposit → owner approval.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Create and confirm rental contract → manage warehouse layout and staff.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Create inbound/outbound receipts → track stock → conduct inventory audit.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Inspection, dispute handling, wallet, subscription, and administration complete the lifecycle.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System Architecture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5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364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Frontend client communicates with a Spring Boot REST API secured by JWT and RBAC.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PostgreSQL 16 with pgvector stores transactional and knowledge-base data.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Docker Compose runs the application and database; Nginx and GitHub Actions support deployment.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Optional integrations: VNPAY, Cloudinary, SMTP, Google OAuth, and OpenRouter.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Implemented Modules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6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364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Authentication, authorization, user/role/permission management, and notifications.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Warehouse, booking, rental contract, inspection, and dispute workflows.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WMS: products, SKU, receipts, stock batches, transactions, and inventory audits.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Wallet, subscriptions, withdrawals, reports, dashboard, and chatbot services.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Data and Security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7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3646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Seeded demo accounts cover Admin, Owner, Tenant, Staff, and Inspector.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Database initialization creates roles, permissions, wallets, packages, policies, UOMs, and system knowledge.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JWT access and refresh tokens plus permission-based RBAC protect API operations.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Swagger UI and automated tests provide implementation evidence.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Live Demo Plan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8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46158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Guest: search and view warehouses; chatbot and package browsing.
• Tenant: booking/deposit, contract confirmation, SKU and staff management.
• Owner: warehouse, received booking requests, online contract, inspection request.
• Staff: receipts and inventory transactions.
• Admin and Inspector: warehouse approval, inspection assignment/reporting, withdrawal decision, and monitoring.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Demo Evidence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9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Swagger endpoint responses and role-based authorization.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Warehouse status, booking status, contract status, receipt status, and stock quantity changes.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Wallet transaction and withdrawal approval history.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Admin dashboard, transactions, subscriptions, and inspection report.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Use-Case Completion Summary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10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53 use-case occurrences are mapped from the updated Report 3 diagram.
• 45 primary use cases and 8 included/extended subflows.
• 51 use cases have complete backend evidence.
• 2 items are partial: profile update and Inspector dispute resolution.
• The submission includes runnable source, demo seeds, installation instructions, and a traceability table.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Limitations and Future Work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11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Enable real VNPAY, SMTP, Google OAuth, and OpenRouter credentials in production only.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Add self-service profile update and Inspector-specific dispute resolution if required by the final scope.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Extend operational reports, monitoring, and notification analytics.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60400"/>
          </a:xfrm>
          <a:prstGeom prst="rect">
            <a:avLst/>
          </a:prstGeom>
          <a:solidFill>
            <a:srgbClr val="08080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33400" y="914400"/>
            <a:ext cx="80772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242424"/>
                </a:solidFill>
                <a:latin typeface="Aptos Display" charset="0"/>
                <a:cs typeface="Aptos Display" charset="0"/>
              </a:rPr>
              <a:t>Thank You</a:t>
            </a:r>
            <a:endParaRPr lang="en-US" sz="2800" b="1">
              <a:solidFill>
                <a:srgbClr val="242424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33400" y="4787900"/>
            <a:ext cx="80772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900">
                <a:solidFill>
                  <a:srgbClr val="080808"/>
                </a:solidFill>
                <a:latin typeface="Aptos" charset="0"/>
                <a:cs typeface="Aptos" charset="0"/>
              </a:rPr>
              <a:t>StockSpace Platform  |  12</a:t>
            </a:r>
            <a:endParaRPr lang="en-US" sz="900">
              <a:solidFill>
                <a:srgbClr val="08080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14400" y="1905000"/>
            <a:ext cx="73152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Repository: github.com/vinhleechem/StockSpace_BE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Demo accounts and startup steps: docs/submission/02_SOFTWARE_PACKAGE.md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Full demo sequence: docs/submission/04_SLIDES_AND_DEMO_SCRIPT.md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  <a:p>
            <a:r>
              <a:rPr lang="en-US" sz="2100">
                <a:solidFill>
                  <a:srgbClr val="242424"/>
                </a:solidFill>
                <a:latin typeface="Aptos" charset="0"/>
                <a:cs typeface="Aptos" charset="0"/>
              </a:rPr>
              <a:t>• Use-case traceability: docs/submission/05_USE_CASE_TRACEABILITY.md</a:t>
            </a:r>
            <a:endParaRPr lang="en-US" sz="2100">
              <a:solidFill>
                <a:srgbClr val="242424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3702</Words>
  <Application>WPS Presentation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Wingdings</vt:lpstr>
      <vt:lpstr>Aptos Display</vt:lpstr>
      <vt:lpstr>Segoe UI Variable Display</vt:lpstr>
      <vt:lpstr>Aptos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LEGION</dc:creator>
  <cp:lastModifiedBy>Vinh Lê Quang</cp:lastModifiedBy>
  <cp:revision>2</cp:revision>
  <dcterms:created xsi:type="dcterms:W3CDTF">2026-08-15T13:24:00Z</dcterms:created>
  <dcterms:modified xsi:type="dcterms:W3CDTF">2026-08-15T15:20:23Z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BDE9742D50ED49BB802AD8A10A10D98E_11</vt:lpwstr>
  </property>
</Properties>
</file>